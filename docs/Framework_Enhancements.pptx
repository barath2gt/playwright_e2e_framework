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1148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Playwright E2E Framework · Recent Enhancements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QA Automation ·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0"/>
            <a:ext cx="12188952" cy="411480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7373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2937"/>
                </a:solidFill>
              </a:rPr>
              <a:t>Playwright E2E Framework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651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78D4"/>
                </a:solidFill>
              </a:rPr>
              <a:t>Recent Enhancements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</a:rPr>
              <a:t>Video Recording  ·  Dashboard  ·  Teams / Slack / Email Alerts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40233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</a:rPr>
              <a:t>A beginner-friendly walkthrough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The Problem (Before)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254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554480"/>
            <a:ext cx="109728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F2937"/>
                </a:solidFill>
              </a:rPr>
              <a:t>Tests fail at night - no idea WHY until morning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F2937"/>
                </a:solidFill>
              </a:rPr>
              <a:t>Only Jenkins JSON / HTML report - not easy to share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F2937"/>
                </a:solidFill>
              </a:rPr>
              <a:t>Have to re-run failures locally just to debug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F2937"/>
                </a:solidFill>
              </a:rPr>
              <a:t>Manager asks for status - manual screenshots of Jenkins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F2937"/>
                </a:solidFill>
              </a:rPr>
              <a:t>No real-time alerts when things break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The Solution (After)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25400">
            <a:solidFill>
              <a:srgbClr val="0078D4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972800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54864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Capability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What you get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Video Recording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Every scenario records itself automatically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Dashboard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Self-contained HTML with embedded videos &amp; screenshots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Notifications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Teams + Slack + Outlook email after every run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Auto-trigger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Fires after every npm test - no extra steps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CI artifacts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Full reports/ tree archived in Jenkins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Mental Model - Tests as a Movie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25400">
            <a:solidFill>
              <a:srgbClr val="0078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2286000"/>
            <a:ext cx="2103120" cy="1463040"/>
          </a:xfrm>
          <a:prstGeom prst="roundRect">
            <a:avLst>
              <a:gd name="adj" fmla="val 9375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42316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ACTION!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30175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Before hook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651760" y="274320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F2937"/>
                </a:solidFill>
              </a:rPr>
              <a:t>-&gt;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788920" y="2286000"/>
            <a:ext cx="2103120" cy="1463040"/>
          </a:xfrm>
          <a:prstGeom prst="roundRect">
            <a:avLst>
              <a:gd name="adj" fmla="val 9375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88920" y="242316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Camera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788920" y="30175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Video recording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92040" y="274320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F2937"/>
                </a:solidFill>
              </a:rPr>
              <a:t>-&gt;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029200" y="2286000"/>
            <a:ext cx="2103120" cy="1463040"/>
          </a:xfrm>
          <a:prstGeom prst="roundRect">
            <a:avLst>
              <a:gd name="adj" fmla="val 9375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242316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CUT!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029200" y="30175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After hook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132320" y="274320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F2937"/>
                </a:solidFill>
              </a:rPr>
              <a:t>-&gt;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269480" y="2286000"/>
            <a:ext cx="2103120" cy="1463040"/>
          </a:xfrm>
          <a:prstGeom prst="roundRect">
            <a:avLst>
              <a:gd name="adj" fmla="val 9375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69480" y="242316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Editor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269480" y="30175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Dashboard builder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372600" y="274320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F2937"/>
                </a:solidFill>
              </a:rPr>
              <a:t>-&gt;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9509760" y="2286000"/>
            <a:ext cx="2103120" cy="1463040"/>
          </a:xfrm>
          <a:prstGeom prst="roundRect">
            <a:avLst>
              <a:gd name="adj" fmla="val 9375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09760" y="242316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Publicist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509760" y="30175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Teams / Email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The 5 Key Files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25400">
            <a:solidFill>
              <a:srgbClr val="0078D4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47120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3749040"/>
                <a:gridCol w="37490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File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Role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Responsibility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support/world.js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Studio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Opens browser with video recording on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support/hooks.js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Director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Saves video, screenshot, log per scenario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utils/executionTracker.js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Scorecard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In-memory aggregator -&gt; summary JSON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utils/generateReport.js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Editor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Builds the consolidated dashboard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utils/notifier.js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Publicist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Sends to Teams / Slack / Email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Lifecycle of One Scenario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254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F2937"/>
                </a:solidFill>
              </a:rPr>
              <a:t>Before -&gt; browser opens, video recording starts, timer starts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F2937"/>
                </a:solidFill>
              </a:rPr>
              <a:t>Steps execute -&gt; console logs captured to memory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F2937"/>
                </a:solidFill>
              </a:rPr>
              <a:t>After -&gt; failure screenshot (if needed) -&gt; close browser flushes video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F2937"/>
                </a:solidFill>
              </a:rPr>
              <a:t>After -&gt; rename video to PASSED_&lt;scenario&gt;_&lt;ts&gt;.webm + write log file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F2937"/>
                </a:solidFill>
              </a:rPr>
              <a:t>After -&gt; push result into the tracker (status, duration, paths, error)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F2937"/>
                </a:solidFill>
              </a:rPr>
              <a:t>AfterAll -&gt; write reports/execution-summary.json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F2937"/>
                </a:solidFill>
              </a:rPr>
              <a:t>posttest (auto) -&gt; generateReport.js builds dashboard + notifier sends alerts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The Dashboard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254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63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</a:rPr>
              <a:t>reports/execution-summary.html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9728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F2937"/>
                </a:solidFill>
              </a:rPr>
              <a:t>Pass / Fail banner with overall status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F2937"/>
                </a:solidFill>
              </a:rPr>
              <a:t>Totals cards - passed / failed / skipped / duration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F2937"/>
                </a:solidFill>
              </a:rPr>
              <a:t>Embedded video player for every scenario (plays inline)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F2937"/>
                </a:solidFill>
              </a:rPr>
              <a:t>Screenshot thumbnails (clickable)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F2937"/>
                </a:solidFill>
              </a:rPr>
              <a:t>Console log link per scenario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F2937"/>
                </a:solidFill>
              </a:rPr>
              <a:t>Failure reason shown inline with red highlight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F2937"/>
                </a:solidFill>
              </a:rPr>
              <a:t>Self-contained, shareable HTML - no server required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Notifications - 3 Channels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25400">
            <a:solidFill>
              <a:srgbClr val="0078D4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47120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3749040"/>
                <a:gridCol w="374904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Channel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Mechanism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Config (.env)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Microsoft Teams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Incoming Webhook -&gt; MessageCard JSON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TEAMS_WEBHOOK_URL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Slack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Incoming Webhook -&gt; Block Kit JSON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SLACK_WEBHOOK_URL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Outlook / SMTP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nodemailer -&gt; HTML email + attachments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SMTP_HOST, SMTP_USER, SMTP_PASS, EMAIL_TO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029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</a:rPr>
              <a:t>Tip: leave any URL blank - that channel is auto-skipped.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Setup - 3 Steps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254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63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1. Install dependencies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2. Configure .env (at least one channel)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10972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TEAMS_WEBHOOK_URL=https://yourorg.webhook.office.com/...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SMTP_HOST=smtp.office365.com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SMTP_USER=you@yourcompany.com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SMTP_PASS=&lt;app-password&gt;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EMAIL_TO=team@yourcompany.com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4434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3. Run the tests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4800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test:smoke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5349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</a:rPr>
              <a:t>Dashboard + Teams card + email are produced automatically.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Important .env Settings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254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RECORD_VIDEO=true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VIDEO_WIDTH=1280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VIDEO_HEIGHT=800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VIDEOS_DIR=reports/videos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NOTIFY=true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TEAMS_WEBHOOK_URL=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SLACK_WEBHOOK_URL=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SMTP_HOST=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EMAIL_TO=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REPORT_BASE_URL=  </a:t>
            </a:r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</a:rPr>
              <a:t># makes links clickable in Teams/email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Useful Commands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25400">
            <a:solidFill>
              <a:srgbClr val="0078D4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972800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54864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Command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What it does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npm run test:smoke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Run smoke suite -&gt; build dashboard -&gt; notify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npm run test:regression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Run regression -&gt; build dashboard -&gt; notify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npm test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Run full suite -&gt; build dashboard -&gt; notify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npm run report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Rebuild dashboard + re-send notifications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npm run notify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Re-send notifications using last summary only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Troubleshooting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25400">
            <a:solidFill>
              <a:srgbClr val="0078D4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47120" cy="914400"/>
        </p:xfrm>
        <a:graphic>
          <a:graphicData uri="http://schemas.openxmlformats.org/drawingml/2006/table">
            <a:tbl>
              <a:tblPr/>
              <a:tblGrid>
                <a:gridCol w="5623560"/>
                <a:gridCol w="56235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Symptom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Fix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No videos created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Set RECORD_VIDEO=true in .env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Teams card never arrives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Re-check TEAMS_WEBHOOK_URL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Office 365 email auth fails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Use an App Password, not normal password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Links do not open in Teams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Set REPORT_BASE_URL to a public URL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nodemailer error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Run npm install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posttest did not run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Use npm scripts (not raw cucumber-js)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Benefits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254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F2937"/>
                </a:solidFill>
              </a:rPr>
              <a:t>30-second triage instead of 30 minutes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F2937"/>
                </a:solidFill>
              </a:rPr>
              <a:t>Visual proof of every run - pass or fail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F2937"/>
                </a:solidFill>
              </a:rPr>
              <a:t>Zero-effort sharing - Teams + email automatic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F2937"/>
                </a:solidFill>
              </a:rPr>
              <a:t>CI-ready - Jenkins archives the full reports/ tree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F2937"/>
                </a:solidFill>
              </a:rPr>
              <a:t>Plug-and-play - channels enable themselves only if configured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F2937"/>
                </a:solidFill>
              </a:rPr>
              <a:t>Extensible - easy to add PagerDuty, Webex, cloud video uploads, etc.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86000"/>
            <a:ext cx="12188952" cy="22860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35661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Questions?  ·  QA Automation Team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Playwright E2E Framework — Enhancements</dc:title>
  <dc:subject>PptxGenJS Presentation</dc:subject>
  <dc:creator>PptxGenJS</dc:creator>
  <cp:lastModifiedBy>PptxGenJS</cp:lastModifiedBy>
  <cp:revision>1</cp:revision>
  <dcterms:created xsi:type="dcterms:W3CDTF">2026-05-12T04:08:39Z</dcterms:created>
  <dcterms:modified xsi:type="dcterms:W3CDTF">2026-05-12T04:08:39Z</dcterms:modified>
</cp:coreProperties>
</file>